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00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581" y="10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36D4E-1923-448E-BA35-C9DD163FD4AC}" type="datetimeFigureOut">
              <a:rPr lang="zh-TW" altLang="en-US" smtClean="0"/>
              <a:t>2026/3/27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E718F-786C-4A3E-80C2-EF22B5A3228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985633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36D4E-1923-448E-BA35-C9DD163FD4AC}" type="datetimeFigureOut">
              <a:rPr lang="zh-TW" altLang="en-US" smtClean="0"/>
              <a:t>2026/3/27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E718F-786C-4A3E-80C2-EF22B5A3228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907807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36D4E-1923-448E-BA35-C9DD163FD4AC}" type="datetimeFigureOut">
              <a:rPr lang="zh-TW" altLang="en-US" smtClean="0"/>
              <a:t>2026/3/27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E718F-786C-4A3E-80C2-EF22B5A3228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543414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36D4E-1923-448E-BA35-C9DD163FD4AC}" type="datetimeFigureOut">
              <a:rPr lang="zh-TW" altLang="en-US" smtClean="0"/>
              <a:t>2026/3/27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E718F-786C-4A3E-80C2-EF22B5A3228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402916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36D4E-1923-448E-BA35-C9DD163FD4AC}" type="datetimeFigureOut">
              <a:rPr lang="zh-TW" altLang="en-US" smtClean="0"/>
              <a:t>2026/3/27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E718F-786C-4A3E-80C2-EF22B5A3228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132380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36D4E-1923-448E-BA35-C9DD163FD4AC}" type="datetimeFigureOut">
              <a:rPr lang="zh-TW" altLang="en-US" smtClean="0"/>
              <a:t>2026/3/27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E718F-786C-4A3E-80C2-EF22B5A3228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433661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36D4E-1923-448E-BA35-C9DD163FD4AC}" type="datetimeFigureOut">
              <a:rPr lang="zh-TW" altLang="en-US" smtClean="0"/>
              <a:t>2026/3/27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E718F-786C-4A3E-80C2-EF22B5A3228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008046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36D4E-1923-448E-BA35-C9DD163FD4AC}" type="datetimeFigureOut">
              <a:rPr lang="zh-TW" altLang="en-US" smtClean="0"/>
              <a:t>2026/3/27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E718F-786C-4A3E-80C2-EF22B5A3228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531734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36D4E-1923-448E-BA35-C9DD163FD4AC}" type="datetimeFigureOut">
              <a:rPr lang="zh-TW" altLang="en-US" smtClean="0"/>
              <a:t>2026/3/27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E718F-786C-4A3E-80C2-EF22B5A3228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221843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36D4E-1923-448E-BA35-C9DD163FD4AC}" type="datetimeFigureOut">
              <a:rPr lang="zh-TW" altLang="en-US" smtClean="0"/>
              <a:t>2026/3/27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E718F-786C-4A3E-80C2-EF22B5A3228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823627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36D4E-1923-448E-BA35-C9DD163FD4AC}" type="datetimeFigureOut">
              <a:rPr lang="zh-TW" altLang="en-US" smtClean="0"/>
              <a:t>2026/3/27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E718F-786C-4A3E-80C2-EF22B5A3228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12695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F36D4E-1923-448E-BA35-C9DD163FD4AC}" type="datetimeFigureOut">
              <a:rPr lang="zh-TW" altLang="en-US" smtClean="0"/>
              <a:t>2026/3/27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AE718F-786C-4A3E-80C2-EF22B5A3228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991179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3430798" y="0"/>
            <a:ext cx="8761202" cy="3429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200" dirty="0" smtClean="0">
                <a:latin typeface="Apple Lihei Pro" panose="020B0500000000000000" pitchFamily="34" charset="-120"/>
                <a:ea typeface="Apple Lihei Pro" panose="020B0500000000000000" pitchFamily="34" charset="-120"/>
              </a:rPr>
              <a:t>機場控制主視覺畫面</a:t>
            </a:r>
            <a:endParaRPr lang="zh-TW" altLang="en-US" sz="2200" dirty="0">
              <a:latin typeface="Apple Lihei Pro" panose="020B0500000000000000" pitchFamily="34" charset="-120"/>
              <a:ea typeface="Apple Lihei Pro" panose="020B0500000000000000" pitchFamily="34" charset="-12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0" y="0"/>
            <a:ext cx="3430800" cy="3429576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200" smtClean="0">
                <a:latin typeface="Apple Lihei Pro" panose="020B0500000000000000" pitchFamily="34" charset="-120"/>
                <a:ea typeface="Apple Lihei Pro" panose="020B0500000000000000" pitchFamily="34" charset="-120"/>
              </a:rPr>
              <a:t>雷達</a:t>
            </a:r>
            <a:r>
              <a:rPr lang="en-US" altLang="zh-TW" sz="2200" smtClean="0">
                <a:latin typeface="Apple Lihei Pro" panose="020B0500000000000000" pitchFamily="34" charset="-120"/>
                <a:ea typeface="Apple Lihei Pro" panose="020B0500000000000000" pitchFamily="34" charset="-120"/>
              </a:rPr>
              <a:t>/</a:t>
            </a:r>
            <a:r>
              <a:rPr lang="zh-TW" altLang="en-US" sz="2200" smtClean="0">
                <a:latin typeface="Apple Lihei Pro" panose="020B0500000000000000" pitchFamily="34" charset="-120"/>
                <a:ea typeface="Apple Lihei Pro" panose="020B0500000000000000" pitchFamily="34" charset="-120"/>
              </a:rPr>
              <a:t>全域地圖</a:t>
            </a:r>
            <a:endParaRPr lang="zh-TW" altLang="en-US" sz="2200">
              <a:latin typeface="Apple Lihei Pro" panose="020B0500000000000000" pitchFamily="34" charset="-120"/>
              <a:ea typeface="Apple Lihei Pro" panose="020B0500000000000000" pitchFamily="34" charset="-12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3430798" y="3429000"/>
            <a:ext cx="8761202" cy="456623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200" dirty="0" smtClean="0">
                <a:latin typeface="Apple Lihei Pro" panose="020B0500000000000000" pitchFamily="34" charset="-120"/>
                <a:ea typeface="Apple Lihei Pro" panose="020B0500000000000000" pitchFamily="34" charset="-120"/>
              </a:rPr>
              <a:t>航班指令選單</a:t>
            </a:r>
            <a:endParaRPr lang="zh-TW" altLang="en-US" sz="2200" dirty="0">
              <a:latin typeface="Apple Lihei Pro" panose="020B0500000000000000" pitchFamily="34" charset="-120"/>
              <a:ea typeface="Apple Lihei Pro" panose="020B0500000000000000" pitchFamily="34" charset="-12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3430798" y="3886200"/>
            <a:ext cx="3287243" cy="29718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200" dirty="0" smtClean="0">
                <a:latin typeface="Apple Lihei Pro" panose="020B0500000000000000" pitchFamily="34" charset="-120"/>
                <a:ea typeface="Apple Lihei Pro" panose="020B0500000000000000" pitchFamily="34" charset="-120"/>
              </a:rPr>
              <a:t>離場航班管制條（</a:t>
            </a:r>
            <a:r>
              <a:rPr lang="en-US" altLang="zh-TW" sz="2200" dirty="0" smtClean="0">
                <a:latin typeface="Apple Lihei Pro" panose="020B0500000000000000" pitchFamily="34" charset="-120"/>
                <a:ea typeface="Apple Lihei Pro" panose="020B0500000000000000" pitchFamily="34" charset="-120"/>
              </a:rPr>
              <a:t>4</a:t>
            </a:r>
            <a:r>
              <a:rPr lang="zh-TW" altLang="en-US" sz="2200" dirty="0" smtClean="0">
                <a:latin typeface="Apple Lihei Pro" panose="020B0500000000000000" pitchFamily="34" charset="-120"/>
                <a:ea typeface="Apple Lihei Pro" panose="020B0500000000000000" pitchFamily="34" charset="-120"/>
              </a:rPr>
              <a:t>條）</a:t>
            </a:r>
            <a:endParaRPr lang="zh-TW" altLang="en-US" sz="2200" dirty="0">
              <a:latin typeface="Apple Lihei Pro" panose="020B0500000000000000" pitchFamily="34" charset="-120"/>
              <a:ea typeface="Apple Lihei Pro" panose="020B0500000000000000" pitchFamily="34" charset="-12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8904757" y="3886200"/>
            <a:ext cx="3287243" cy="29718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200" dirty="0" smtClean="0">
                <a:latin typeface="Apple Lihei Pro" panose="020B0500000000000000" pitchFamily="34" charset="-120"/>
                <a:ea typeface="Apple Lihei Pro" panose="020B0500000000000000" pitchFamily="34" charset="-120"/>
              </a:rPr>
              <a:t>進場航班管制條（</a:t>
            </a:r>
            <a:r>
              <a:rPr lang="en-US" altLang="zh-TW" sz="2200" dirty="0" smtClean="0">
                <a:latin typeface="Apple Lihei Pro" panose="020B0500000000000000" pitchFamily="34" charset="-120"/>
                <a:ea typeface="Apple Lihei Pro" panose="020B0500000000000000" pitchFamily="34" charset="-120"/>
              </a:rPr>
              <a:t>4</a:t>
            </a:r>
            <a:r>
              <a:rPr lang="zh-TW" altLang="en-US" sz="2200" dirty="0" smtClean="0">
                <a:latin typeface="Apple Lihei Pro" panose="020B0500000000000000" pitchFamily="34" charset="-120"/>
                <a:ea typeface="Apple Lihei Pro" panose="020B0500000000000000" pitchFamily="34" charset="-120"/>
              </a:rPr>
              <a:t>條）</a:t>
            </a:r>
            <a:endParaRPr lang="zh-TW" altLang="en-US" sz="2200" dirty="0">
              <a:latin typeface="Apple Lihei Pro" panose="020B0500000000000000" pitchFamily="34" charset="-120"/>
              <a:ea typeface="Apple Lihei Pro" panose="020B0500000000000000" pitchFamily="34" charset="-12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6718042" y="3885624"/>
            <a:ext cx="2186715" cy="2972376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200" dirty="0" smtClean="0">
                <a:latin typeface="Apple Lihei Pro" panose="020B0500000000000000" pitchFamily="34" charset="-120"/>
                <a:ea typeface="Apple Lihei Pro" panose="020B0500000000000000" pitchFamily="34" charset="-120"/>
              </a:rPr>
              <a:t>航班</a:t>
            </a:r>
            <a:endParaRPr lang="en-US" altLang="zh-TW" sz="2200" dirty="0" smtClean="0">
              <a:latin typeface="Apple Lihei Pro" panose="020B0500000000000000" pitchFamily="34" charset="-120"/>
              <a:ea typeface="Apple Lihei Pro" panose="020B0500000000000000" pitchFamily="34" charset="-120"/>
            </a:endParaRPr>
          </a:p>
          <a:p>
            <a:pPr algn="ctr"/>
            <a:r>
              <a:rPr lang="zh-TW" altLang="en-US" sz="2200" dirty="0" smtClean="0">
                <a:latin typeface="Apple Lihei Pro" panose="020B0500000000000000" pitchFamily="34" charset="-120"/>
                <a:ea typeface="Apple Lihei Pro" panose="020B0500000000000000" pitchFamily="34" charset="-120"/>
              </a:rPr>
              <a:t>基本資料</a:t>
            </a:r>
            <a:endParaRPr lang="en-US" altLang="zh-TW" sz="2200" dirty="0" smtClean="0">
              <a:latin typeface="Apple Lihei Pro" panose="020B0500000000000000" pitchFamily="34" charset="-120"/>
              <a:ea typeface="Apple Lihei Pro" panose="020B0500000000000000" pitchFamily="34" charset="-120"/>
            </a:endParaRPr>
          </a:p>
          <a:p>
            <a:pPr algn="ctr"/>
            <a:r>
              <a:rPr lang="zh-TW" altLang="en-US" sz="2200" dirty="0" smtClean="0">
                <a:latin typeface="Apple Lihei Pro" panose="020B0500000000000000" pitchFamily="34" charset="-120"/>
                <a:ea typeface="Apple Lihei Pro" panose="020B0500000000000000" pitchFamily="34" charset="-120"/>
              </a:rPr>
              <a:t>（含</a:t>
            </a:r>
            <a:r>
              <a:rPr lang="en-US" altLang="zh-TW" sz="2200" dirty="0" smtClean="0">
                <a:latin typeface="Apple Lihei Pro" panose="020B0500000000000000" pitchFamily="34" charset="-120"/>
                <a:ea typeface="Apple Lihei Pro" panose="020B0500000000000000" pitchFamily="34" charset="-120"/>
              </a:rPr>
              <a:t>3:2</a:t>
            </a:r>
            <a:r>
              <a:rPr lang="zh-TW" altLang="en-US" sz="2200" dirty="0" smtClean="0">
                <a:latin typeface="Apple Lihei Pro" panose="020B0500000000000000" pitchFamily="34" charset="-120"/>
                <a:ea typeface="Apple Lihei Pro" panose="020B0500000000000000" pitchFamily="34" charset="-120"/>
              </a:rPr>
              <a:t>圖片框）</a:t>
            </a:r>
            <a:endParaRPr lang="zh-TW" altLang="en-US" sz="2200" dirty="0">
              <a:latin typeface="Apple Lihei Pro" panose="020B0500000000000000" pitchFamily="34" charset="-120"/>
              <a:ea typeface="Apple Lihei Pro" panose="020B0500000000000000" pitchFamily="34" charset="-12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0" y="3428424"/>
            <a:ext cx="3430800" cy="3429576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200" dirty="0">
                <a:latin typeface="Apple Lihei Pro" panose="020B0500000000000000" pitchFamily="34" charset="-120"/>
                <a:ea typeface="Apple Lihei Pro" panose="020B0500000000000000" pitchFamily="34" charset="-120"/>
              </a:rPr>
              <a:t>頻道狀態列</a:t>
            </a:r>
            <a:endParaRPr lang="zh-TW" altLang="en-US" sz="2200" dirty="0">
              <a:latin typeface="Apple Lihei Pro" panose="020B0500000000000000" pitchFamily="34" charset="-120"/>
              <a:ea typeface="Apple Lihei Pro" panose="020B0500000000000000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4258161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45</Words>
  <Application>Microsoft Office PowerPoint</Application>
  <PresentationFormat>寬螢幕</PresentationFormat>
  <Paragraphs>9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7" baseType="lpstr">
      <vt:lpstr>Apple Lihei Pro</vt:lpstr>
      <vt:lpstr>新細明體</vt:lpstr>
      <vt:lpstr>Arial</vt:lpstr>
      <vt:lpstr>Calibri</vt:lpstr>
      <vt:lpstr>Calibri Light</vt:lpstr>
      <vt:lpstr>Office 佈景主題</vt:lpstr>
      <vt:lpstr>PowerPoint 簡報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USER</dc:creator>
  <cp:lastModifiedBy>USER</cp:lastModifiedBy>
  <cp:revision>6</cp:revision>
  <dcterms:created xsi:type="dcterms:W3CDTF">2026-03-27T03:49:20Z</dcterms:created>
  <dcterms:modified xsi:type="dcterms:W3CDTF">2026-03-27T07:02:58Z</dcterms:modified>
</cp:coreProperties>
</file>